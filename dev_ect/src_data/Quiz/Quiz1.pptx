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7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1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8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2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1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9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6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4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8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AF1CB-5665-2F4D-A601-50B1577EBE9C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88DB6-48AF-7444-B480-93A1839F9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1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A7D11336-1691-FD45-AECC-03B5578FAB75}"/>
              </a:ext>
            </a:extLst>
          </p:cNvPr>
          <p:cNvSpPr/>
          <p:nvPr/>
        </p:nvSpPr>
        <p:spPr>
          <a:xfrm>
            <a:off x="688281" y="2200725"/>
            <a:ext cx="8168640" cy="606270"/>
          </a:xfrm>
          <a:custGeom>
            <a:avLst/>
            <a:gdLst>
              <a:gd name="connsiteX0" fmla="*/ 0 w 8229600"/>
              <a:gd name="connsiteY0" fmla="*/ 478680 h 606270"/>
              <a:gd name="connsiteX1" fmla="*/ 914400 w 8229600"/>
              <a:gd name="connsiteY1" fmla="*/ 106540 h 606270"/>
              <a:gd name="connsiteX2" fmla="*/ 4295553 w 8229600"/>
              <a:gd name="connsiteY2" fmla="*/ 531842 h 606270"/>
              <a:gd name="connsiteX3" fmla="*/ 6145619 w 8229600"/>
              <a:gd name="connsiteY3" fmla="*/ 215 h 606270"/>
              <a:gd name="connsiteX4" fmla="*/ 8229600 w 8229600"/>
              <a:gd name="connsiteY4" fmla="*/ 606270 h 606270"/>
              <a:gd name="connsiteX0" fmla="*/ 0 w 8168640"/>
              <a:gd name="connsiteY0" fmla="*/ 269674 h 606270"/>
              <a:gd name="connsiteX1" fmla="*/ 853440 w 8168640"/>
              <a:gd name="connsiteY1" fmla="*/ 106540 h 606270"/>
              <a:gd name="connsiteX2" fmla="*/ 4234593 w 8168640"/>
              <a:gd name="connsiteY2" fmla="*/ 531842 h 606270"/>
              <a:gd name="connsiteX3" fmla="*/ 6084659 w 8168640"/>
              <a:gd name="connsiteY3" fmla="*/ 215 h 606270"/>
              <a:gd name="connsiteX4" fmla="*/ 8168640 w 8168640"/>
              <a:gd name="connsiteY4" fmla="*/ 606270 h 606270"/>
              <a:gd name="connsiteX0" fmla="*/ 0 w 8168640"/>
              <a:gd name="connsiteY0" fmla="*/ 269674 h 606270"/>
              <a:gd name="connsiteX1" fmla="*/ 853440 w 8168640"/>
              <a:gd name="connsiteY1" fmla="*/ 106540 h 606270"/>
              <a:gd name="connsiteX2" fmla="*/ 4234593 w 8168640"/>
              <a:gd name="connsiteY2" fmla="*/ 531842 h 606270"/>
              <a:gd name="connsiteX3" fmla="*/ 6084659 w 8168640"/>
              <a:gd name="connsiteY3" fmla="*/ 215 h 606270"/>
              <a:gd name="connsiteX4" fmla="*/ 8168640 w 8168640"/>
              <a:gd name="connsiteY4" fmla="*/ 606270 h 606270"/>
              <a:gd name="connsiteX0" fmla="*/ 0 w 8168640"/>
              <a:gd name="connsiteY0" fmla="*/ 156463 h 606270"/>
              <a:gd name="connsiteX1" fmla="*/ 853440 w 8168640"/>
              <a:gd name="connsiteY1" fmla="*/ 106540 h 606270"/>
              <a:gd name="connsiteX2" fmla="*/ 4234593 w 8168640"/>
              <a:gd name="connsiteY2" fmla="*/ 531842 h 606270"/>
              <a:gd name="connsiteX3" fmla="*/ 6084659 w 8168640"/>
              <a:gd name="connsiteY3" fmla="*/ 215 h 606270"/>
              <a:gd name="connsiteX4" fmla="*/ 8168640 w 8168640"/>
              <a:gd name="connsiteY4" fmla="*/ 606270 h 60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68640" h="606270">
                <a:moveTo>
                  <a:pt x="0" y="156463"/>
                </a:moveTo>
                <a:cubicBezTo>
                  <a:pt x="212449" y="114009"/>
                  <a:pt x="147675" y="43977"/>
                  <a:pt x="853440" y="106540"/>
                </a:cubicBezTo>
                <a:cubicBezTo>
                  <a:pt x="1559206" y="169103"/>
                  <a:pt x="3362723" y="549563"/>
                  <a:pt x="4234593" y="531842"/>
                </a:cubicBezTo>
                <a:cubicBezTo>
                  <a:pt x="5106463" y="514121"/>
                  <a:pt x="5428985" y="-12190"/>
                  <a:pt x="6084659" y="215"/>
                </a:cubicBezTo>
                <a:cubicBezTo>
                  <a:pt x="6740333" y="12620"/>
                  <a:pt x="7454486" y="309445"/>
                  <a:pt x="8168640" y="60627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85E2C2C-7347-7643-914C-28F07ED51477}"/>
              </a:ext>
            </a:extLst>
          </p:cNvPr>
          <p:cNvSpPr/>
          <p:nvPr/>
        </p:nvSpPr>
        <p:spPr>
          <a:xfrm>
            <a:off x="723115" y="2503860"/>
            <a:ext cx="8133806" cy="606270"/>
          </a:xfrm>
          <a:custGeom>
            <a:avLst/>
            <a:gdLst>
              <a:gd name="connsiteX0" fmla="*/ 0 w 8229600"/>
              <a:gd name="connsiteY0" fmla="*/ 478680 h 606270"/>
              <a:gd name="connsiteX1" fmla="*/ 914400 w 8229600"/>
              <a:gd name="connsiteY1" fmla="*/ 106540 h 606270"/>
              <a:gd name="connsiteX2" fmla="*/ 4295553 w 8229600"/>
              <a:gd name="connsiteY2" fmla="*/ 531842 h 606270"/>
              <a:gd name="connsiteX3" fmla="*/ 6145619 w 8229600"/>
              <a:gd name="connsiteY3" fmla="*/ 215 h 606270"/>
              <a:gd name="connsiteX4" fmla="*/ 8229600 w 8229600"/>
              <a:gd name="connsiteY4" fmla="*/ 606270 h 606270"/>
              <a:gd name="connsiteX0" fmla="*/ 0 w 8133806"/>
              <a:gd name="connsiteY0" fmla="*/ 165172 h 606270"/>
              <a:gd name="connsiteX1" fmla="*/ 818606 w 8133806"/>
              <a:gd name="connsiteY1" fmla="*/ 106540 h 606270"/>
              <a:gd name="connsiteX2" fmla="*/ 4199759 w 8133806"/>
              <a:gd name="connsiteY2" fmla="*/ 531842 h 606270"/>
              <a:gd name="connsiteX3" fmla="*/ 6049825 w 8133806"/>
              <a:gd name="connsiteY3" fmla="*/ 215 h 606270"/>
              <a:gd name="connsiteX4" fmla="*/ 8133806 w 8133806"/>
              <a:gd name="connsiteY4" fmla="*/ 606270 h 606270"/>
              <a:gd name="connsiteX0" fmla="*/ 0 w 8133806"/>
              <a:gd name="connsiteY0" fmla="*/ 165172 h 606270"/>
              <a:gd name="connsiteX1" fmla="*/ 818606 w 8133806"/>
              <a:gd name="connsiteY1" fmla="*/ 106540 h 606270"/>
              <a:gd name="connsiteX2" fmla="*/ 4199759 w 8133806"/>
              <a:gd name="connsiteY2" fmla="*/ 531842 h 606270"/>
              <a:gd name="connsiteX3" fmla="*/ 6049825 w 8133806"/>
              <a:gd name="connsiteY3" fmla="*/ 215 h 606270"/>
              <a:gd name="connsiteX4" fmla="*/ 8133806 w 8133806"/>
              <a:gd name="connsiteY4" fmla="*/ 606270 h 60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3806" h="606270">
                <a:moveTo>
                  <a:pt x="0" y="165172"/>
                </a:moveTo>
                <a:cubicBezTo>
                  <a:pt x="255991" y="87884"/>
                  <a:pt x="118646" y="45428"/>
                  <a:pt x="818606" y="106540"/>
                </a:cubicBezTo>
                <a:cubicBezTo>
                  <a:pt x="1518566" y="167652"/>
                  <a:pt x="3327889" y="549563"/>
                  <a:pt x="4199759" y="531842"/>
                </a:cubicBezTo>
                <a:cubicBezTo>
                  <a:pt x="5071629" y="514121"/>
                  <a:pt x="5394151" y="-12190"/>
                  <a:pt x="6049825" y="215"/>
                </a:cubicBezTo>
                <a:cubicBezTo>
                  <a:pt x="6705499" y="12620"/>
                  <a:pt x="7419652" y="309445"/>
                  <a:pt x="8133806" y="60627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15268-C766-2F4F-8444-A84C6BD4D2F2}"/>
              </a:ext>
            </a:extLst>
          </p:cNvPr>
          <p:cNvSpPr/>
          <p:nvPr/>
        </p:nvSpPr>
        <p:spPr>
          <a:xfrm>
            <a:off x="627321" y="177867"/>
            <a:ext cx="1250731" cy="6621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Factory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4202EA-936C-7445-9A76-0A406EAF9B53}"/>
              </a:ext>
            </a:extLst>
          </p:cNvPr>
          <p:cNvSpPr/>
          <p:nvPr/>
        </p:nvSpPr>
        <p:spPr>
          <a:xfrm>
            <a:off x="2132915" y="1520372"/>
            <a:ext cx="1110020" cy="52238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9A8873-0168-EB46-A52E-9D48ED2DD29D}"/>
              </a:ext>
            </a:extLst>
          </p:cNvPr>
          <p:cNvCxnSpPr/>
          <p:nvPr/>
        </p:nvCxnSpPr>
        <p:spPr>
          <a:xfrm>
            <a:off x="8129116" y="2662814"/>
            <a:ext cx="727805" cy="321547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F03CD7-E9BD-F741-BFCC-87AAF112FA2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878052" y="869801"/>
            <a:ext cx="417422" cy="727072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4E31E6-80AE-1B4F-9218-87909E1C165D}"/>
              </a:ext>
            </a:extLst>
          </p:cNvPr>
          <p:cNvCxnSpPr>
            <a:cxnSpLocks/>
          </p:cNvCxnSpPr>
          <p:nvPr/>
        </p:nvCxnSpPr>
        <p:spPr>
          <a:xfrm>
            <a:off x="2691968" y="2037675"/>
            <a:ext cx="0" cy="56548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C0C89A-61DE-6340-A85F-6CBCFDD3D32D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7554017" y="1173941"/>
            <a:ext cx="2" cy="1290556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5641B36-467C-2D42-9325-7445A6A7CB9D}"/>
              </a:ext>
            </a:extLst>
          </p:cNvPr>
          <p:cNvSpPr/>
          <p:nvPr/>
        </p:nvSpPr>
        <p:spPr>
          <a:xfrm>
            <a:off x="6928651" y="248019"/>
            <a:ext cx="1250731" cy="925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Drinking Water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Treatment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8DFDC2-013B-9349-8BE7-CD147455FD84}"/>
              </a:ext>
            </a:extLst>
          </p:cNvPr>
          <p:cNvCxnSpPr>
            <a:cxnSpLocks/>
          </p:cNvCxnSpPr>
          <p:nvPr/>
        </p:nvCxnSpPr>
        <p:spPr>
          <a:xfrm flipV="1">
            <a:off x="2691968" y="3149494"/>
            <a:ext cx="4862049" cy="7192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3A0274-7D7D-2F40-9740-D1118B6648BD}"/>
              </a:ext>
            </a:extLst>
          </p:cNvPr>
          <p:cNvSpPr txBox="1"/>
          <p:nvPr/>
        </p:nvSpPr>
        <p:spPr>
          <a:xfrm>
            <a:off x="3769031" y="3149494"/>
            <a:ext cx="301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km, Velocity = 2000 m/day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53B1CE-31E5-9E4B-AD2A-16F599C12241}"/>
              </a:ext>
            </a:extLst>
          </p:cNvPr>
          <p:cNvSpPr txBox="1"/>
          <p:nvPr/>
        </p:nvSpPr>
        <p:spPr>
          <a:xfrm>
            <a:off x="1979237" y="310007"/>
            <a:ext cx="1417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0.1 m</a:t>
            </a:r>
            <a:r>
              <a:rPr lang="en-US" baseline="30000" dirty="0">
                <a:solidFill>
                  <a:srgbClr val="C00000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/s</a:t>
            </a:r>
          </a:p>
          <a:p>
            <a:r>
              <a:rPr lang="en-US" dirty="0">
                <a:solidFill>
                  <a:srgbClr val="C00000"/>
                </a:solidFill>
              </a:rPr>
              <a:t>(8,640 m3/d)</a:t>
            </a:r>
          </a:p>
          <a:p>
            <a:r>
              <a:rPr lang="en-US" dirty="0">
                <a:solidFill>
                  <a:srgbClr val="C00000"/>
                </a:solidFill>
              </a:rPr>
              <a:t>5,000 g/m</a:t>
            </a:r>
            <a:r>
              <a:rPr lang="en-US" baseline="30000" dirty="0">
                <a:solidFill>
                  <a:srgbClr val="C00000"/>
                </a:solidFill>
              </a:rPr>
              <a:t>3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75C561-B339-604A-9899-91871E1EDDC2}"/>
              </a:ext>
            </a:extLst>
          </p:cNvPr>
          <p:cNvCxnSpPr>
            <a:cxnSpLocks/>
          </p:cNvCxnSpPr>
          <p:nvPr/>
        </p:nvCxnSpPr>
        <p:spPr>
          <a:xfrm>
            <a:off x="926781" y="2425102"/>
            <a:ext cx="663200" cy="39364"/>
          </a:xfrm>
          <a:prstGeom prst="straightConnector1">
            <a:avLst/>
          </a:prstGeom>
          <a:ln w="285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8F4551-CADE-CF4C-AB12-CA3522C96D75}"/>
              </a:ext>
            </a:extLst>
          </p:cNvPr>
          <p:cNvSpPr txBox="1"/>
          <p:nvPr/>
        </p:nvSpPr>
        <p:spPr>
          <a:xfrm>
            <a:off x="657515" y="2603157"/>
            <a:ext cx="1495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10 m</a:t>
            </a:r>
            <a:r>
              <a:rPr lang="en-US" baseline="30000" dirty="0">
                <a:solidFill>
                  <a:srgbClr val="7030A0"/>
                </a:solidFill>
              </a:rPr>
              <a:t>3</a:t>
            </a:r>
            <a:r>
              <a:rPr lang="en-US" dirty="0">
                <a:solidFill>
                  <a:srgbClr val="7030A0"/>
                </a:solidFill>
              </a:rPr>
              <a:t>/s </a:t>
            </a:r>
          </a:p>
          <a:p>
            <a:r>
              <a:rPr lang="en-US" dirty="0">
                <a:solidFill>
                  <a:srgbClr val="7030A0"/>
                </a:solidFill>
              </a:rPr>
              <a:t>(86,400 m</a:t>
            </a:r>
            <a:r>
              <a:rPr lang="en-US" baseline="30000" dirty="0">
                <a:solidFill>
                  <a:srgbClr val="7030A0"/>
                </a:solidFill>
              </a:rPr>
              <a:t>3</a:t>
            </a:r>
            <a:r>
              <a:rPr lang="en-US" dirty="0">
                <a:solidFill>
                  <a:srgbClr val="7030A0"/>
                </a:solidFill>
              </a:rPr>
              <a:t>/d)</a:t>
            </a:r>
          </a:p>
          <a:p>
            <a:r>
              <a:rPr lang="en-US" dirty="0">
                <a:solidFill>
                  <a:srgbClr val="7030A0"/>
                </a:solidFill>
              </a:rPr>
              <a:t>0 g/m</a:t>
            </a:r>
            <a:r>
              <a:rPr lang="en-US" baseline="300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395FE-ABC5-9449-95AB-F96287CBFE70}"/>
              </a:ext>
            </a:extLst>
          </p:cNvPr>
          <p:cNvSpPr txBox="1"/>
          <p:nvPr/>
        </p:nvSpPr>
        <p:spPr>
          <a:xfrm>
            <a:off x="2619945" y="247021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EDE48-F149-A745-8BE1-EC6719551E7A}"/>
              </a:ext>
            </a:extLst>
          </p:cNvPr>
          <p:cNvSpPr txBox="1"/>
          <p:nvPr/>
        </p:nvSpPr>
        <p:spPr>
          <a:xfrm>
            <a:off x="2627932" y="196131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0DD23-D93B-1340-8067-552A0F1848AA}"/>
              </a:ext>
            </a:extLst>
          </p:cNvPr>
          <p:cNvSpPr txBox="1"/>
          <p:nvPr/>
        </p:nvSpPr>
        <p:spPr>
          <a:xfrm>
            <a:off x="5987145" y="1287681"/>
            <a:ext cx="1566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Maximum of 0.2 g/m</a:t>
            </a:r>
            <a:r>
              <a:rPr lang="en-US" baseline="30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allowable here</a:t>
            </a:r>
          </a:p>
        </p:txBody>
      </p:sp>
    </p:spTree>
    <p:extLst>
      <p:ext uri="{BB962C8B-B14F-4D97-AF65-F5344CB8AC3E}">
        <p14:creationId xmlns:p14="http://schemas.microsoft.com/office/powerpoint/2010/main" val="1492941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52</Words>
  <Application>Microsoft Macintosh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Ward, Adam Scott</dc:creator>
  <cp:lastModifiedBy>Ward, Adam Scott</cp:lastModifiedBy>
  <cp:revision>5</cp:revision>
  <dcterms:created xsi:type="dcterms:W3CDTF">2020-09-16T14:18:02Z</dcterms:created>
  <dcterms:modified xsi:type="dcterms:W3CDTF">2021-09-14T16:46:29Z</dcterms:modified>
</cp:coreProperties>
</file>